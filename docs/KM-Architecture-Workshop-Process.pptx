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4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Management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Workshop-Reihe &amp; Prozess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 Workshops zur Entwicklung einer wissensbasierten Unternehmensarchitektur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A4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09160"/>
            <a:ext cx="3657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Vitale Arbeitskultur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0" y="4709160"/>
            <a:ext cx="2926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Ansatz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Top-Down: Vom Gesamtbild zu den Details — in 6 Workshops + asynchronen Surveys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4231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17320"/>
            <a:ext cx="2423160" cy="4572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600200"/>
            <a:ext cx="502920" cy="292608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002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1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15544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9842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Chain &amp;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Blueprint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496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Kundenlebenszyklus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Aktionen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83280" y="1417320"/>
            <a:ext cx="24231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417320"/>
            <a:ext cx="2423160" cy="4572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14" name="Shape 11"/>
          <p:cNvSpPr/>
          <p:nvPr/>
        </p:nvSpPr>
        <p:spPr>
          <a:xfrm>
            <a:off x="3520440" y="1600200"/>
            <a:ext cx="502920" cy="292608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15" name="Text 12"/>
          <p:cNvSpPr/>
          <p:nvPr/>
        </p:nvSpPr>
        <p:spPr>
          <a:xfrm>
            <a:off x="3520440" y="16002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2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5544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20440" y="19842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Domains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Business Entities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20440" y="2496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Wissensdomänen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Entitäten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035040" y="1417320"/>
            <a:ext cx="24231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1417320"/>
            <a:ext cx="2423160" cy="4572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1" name="Shape 17"/>
          <p:cNvSpPr/>
          <p:nvPr/>
        </p:nvSpPr>
        <p:spPr>
          <a:xfrm>
            <a:off x="6172200" y="1600200"/>
            <a:ext cx="502920" cy="292608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22" name="Text 18"/>
          <p:cNvSpPr/>
          <p:nvPr/>
        </p:nvSpPr>
        <p:spPr>
          <a:xfrm>
            <a:off x="6172200" y="16002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3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55448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72200" y="19842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Attributes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 Governance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172200" y="2496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Attribute, Validierung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Aufbewahrung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731520" y="3154680"/>
            <a:ext cx="24231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1520" y="3154680"/>
            <a:ext cx="2423160" cy="4572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8" name="Shape 23"/>
          <p:cNvSpPr/>
          <p:nvPr/>
        </p:nvSpPr>
        <p:spPr>
          <a:xfrm>
            <a:off x="868680" y="3337560"/>
            <a:ext cx="502920" cy="292608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29" name="Text 24"/>
          <p:cNvSpPr/>
          <p:nvPr/>
        </p:nvSpPr>
        <p:spPr>
          <a:xfrm>
            <a:off x="868680" y="33375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4</a:t>
            </a:r>
            <a:endParaRPr lang="en-US" sz="9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329184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68680" y="37216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Landscape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Classification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868680" y="4233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Applikationen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TIMEK-Bewertung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383280" y="3154680"/>
            <a:ext cx="24231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383280" y="3154680"/>
            <a:ext cx="2423160" cy="4572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5" name="Shape 29"/>
          <p:cNvSpPr/>
          <p:nvPr/>
        </p:nvSpPr>
        <p:spPr>
          <a:xfrm>
            <a:off x="3520440" y="3337560"/>
            <a:ext cx="502920" cy="292608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36" name="Text 30"/>
          <p:cNvSpPr/>
          <p:nvPr/>
        </p:nvSpPr>
        <p:spPr>
          <a:xfrm>
            <a:off x="3520440" y="33375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5</a:t>
            </a:r>
            <a:endParaRPr lang="en-US" sz="9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291840"/>
            <a:ext cx="365760" cy="36576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520440" y="37216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Mapping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Quality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520440" y="4233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Schnittstellen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Risiken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035040" y="3154680"/>
            <a:ext cx="24231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035040" y="3154680"/>
            <a:ext cx="2423160" cy="4572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42" name="Shape 35"/>
          <p:cNvSpPr/>
          <p:nvPr/>
        </p:nvSpPr>
        <p:spPr>
          <a:xfrm>
            <a:off x="6172200" y="3337560"/>
            <a:ext cx="502920" cy="292608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43" name="Text 36"/>
          <p:cNvSpPr/>
          <p:nvPr/>
        </p:nvSpPr>
        <p:spPr>
          <a:xfrm>
            <a:off x="6172200" y="33375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6</a:t>
            </a:r>
            <a:endParaRPr lang="en-US" sz="9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3291840"/>
            <a:ext cx="365760" cy="36576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172200" y="37216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Validation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Review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6172200" y="4233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Freigabe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 den Workshops: Asynchrone Surveys zur Detaildatenerhebung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Beteiligte Rollen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6968" y="1005840"/>
            <a:ext cx="640080" cy="640080"/>
          </a:xfrm>
          <a:prstGeom prst="ellipse">
            <a:avLst/>
          </a:prstGeom>
          <a:solidFill>
            <a:srgbClr val="21474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097280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83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0299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Management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450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aller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578608" y="1005840"/>
            <a:ext cx="640080" cy="640080"/>
          </a:xfrm>
          <a:prstGeom prst="ellipse">
            <a:avLst/>
          </a:prstGeom>
          <a:solidFill>
            <a:srgbClr val="21474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1097280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48840" y="1783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148840" y="20299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Management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148840" y="2450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COO —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strategische Freigabe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270248" y="1005840"/>
            <a:ext cx="640080" cy="640080"/>
          </a:xfrm>
          <a:prstGeom prst="ellipse">
            <a:avLst/>
          </a:prstGeom>
          <a:solidFill>
            <a:srgbClr val="21474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1097280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40480" y="1783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840480" y="20299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840480" y="2450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Lead pro Team —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operative Expertise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961888" y="1005840"/>
            <a:ext cx="640080" cy="640080"/>
          </a:xfrm>
          <a:prstGeom prst="ellipse">
            <a:avLst/>
          </a:prstGeom>
          <a:solidFill>
            <a:srgbClr val="21474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1097280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1783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532120" y="20299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Owners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532120" y="2450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Owner pro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Wissensdomäne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7653528" y="1005840"/>
            <a:ext cx="640080" cy="640080"/>
          </a:xfrm>
          <a:prstGeom prst="ellipse">
            <a:avLst/>
          </a:prstGeom>
          <a:solidFill>
            <a:srgbClr val="21474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256" y="1097280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23760" y="1783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223760" y="20299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Owners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7223760" y="2450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Owner pro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Applikation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73152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Workshop-Beteiligung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46120"/>
          <a:ext cx="76809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914400"/>
                <a:gridCol w="914400"/>
                <a:gridCol w="914400"/>
                <a:gridCol w="914400"/>
                <a:gridCol w="91440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74D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1: Value Chain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2: Knowledge Domains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3: Entity Attributes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4: Application Landscape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5: Integration Mapping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6: RACI 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108960" cy="5088636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1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Chain &amp; Service Blueprint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Teilnehmer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KMA, Management, alle Team Leads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Halber Tag (3–4 Stunden)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4320" y="3931920"/>
            <a:ext cx="2560320" cy="914400"/>
          </a:xfrm>
          <a:prstGeom prst="rect">
            <a:avLst/>
          </a:prstGeom>
          <a:solidFill>
            <a:srgbClr val="1A3A4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Validierter Service Design Blueprint mit allen Aktionen in 4 Swim Lanes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474720" y="320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74720" y="594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Kundenlebenszyklus definieren und als Service Design Blueprint abbilden: Attract → Qualify → Order → Contract → Fulfill → Bill → Support → Engage &amp; Renew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0" y="1280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Agenda-Blöcke &amp; Leitfragen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1645920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1645920"/>
            <a:ext cx="54864" cy="7772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15" name="Text 12"/>
          <p:cNvSpPr/>
          <p:nvPr/>
        </p:nvSpPr>
        <p:spPr>
          <a:xfrm>
            <a:off x="3703320" y="1737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Chain Stages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89520" y="1737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03320" y="1993392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„Wenn Sie unser Geschäft einem neuen Mitarbeiter in 6–8 Schritten erklären müssten — welche Schritte wären das?“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474720" y="2532888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0" y="2532888"/>
            <a:ext cx="54864" cy="7772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0" name="Text 17"/>
          <p:cNvSpPr/>
          <p:nvPr/>
        </p:nvSpPr>
        <p:spPr>
          <a:xfrm>
            <a:off x="3703320" y="26243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Lane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89520" y="26243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703320" y="2880360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„Was tut der Kunde an jedem Punkt? Wo muss er warten? Welche Informationen braucht er?“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474720" y="3419856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74720" y="3419856"/>
            <a:ext cx="54864" cy="7772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5" name="Text 22"/>
          <p:cNvSpPr/>
          <p:nvPr/>
        </p:nvSpPr>
        <p:spPr>
          <a:xfrm>
            <a:off x="3703320" y="35112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 &amp; Backstage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589520" y="3511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703320" y="3767328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„Wo finden Team-Übergaben statt? Welches Team übernimmt wo?“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474720" y="4306824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474720" y="4306824"/>
            <a:ext cx="54864" cy="7772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0" name="Text 27"/>
          <p:cNvSpPr/>
          <p:nvPr/>
        </p:nvSpPr>
        <p:spPr>
          <a:xfrm>
            <a:off x="3703320" y="43982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Lane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589520" y="43982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703320" y="4654296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„Welche Systeme müssen dauerhaft laufen? Was würde bei Ausfall die größten Probleme verursachen?“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108960" cy="5088636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2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Domains &amp; Business Entities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Teilnehmer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KMA, Management, alle Team Leads, Knowledge Owner Kandidaten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Halber Tag (3–4 Stunden)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4320" y="3931920"/>
            <a:ext cx="2560320" cy="914400"/>
          </a:xfrm>
          <a:prstGeom prst="rect">
            <a:avLst/>
          </a:prstGeom>
          <a:solidFill>
            <a:srgbClr val="1A3A4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Validierte Domänenliste mit Entitäten, Knowledge Ownern und Cross-Domain-Abhängigkeiten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474720" y="320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74720" y="594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Wissensdomänen-Grenzen definieren, Knowledge Owner zuweisen und die Kern-Business-Entitäten pro Domäne identifizieren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0" y="1280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Agenda-Blöcke &amp; Leitfragen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1645920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1645920"/>
            <a:ext cx="54864" cy="7772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15" name="Text 12"/>
          <p:cNvSpPr/>
          <p:nvPr/>
        </p:nvSpPr>
        <p:spPr>
          <a:xfrm>
            <a:off x="3703320" y="1737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Landscape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89520" y="1737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03320" y="1993392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„Welche Daten werden teamübergreifend geteilt? Wo gibt es Unklarheiten bei der Eigentümerschaft?“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474720" y="2532888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0" y="2532888"/>
            <a:ext cx="54864" cy="7772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0" name="Text 17"/>
          <p:cNvSpPr/>
          <p:nvPr/>
        </p:nvSpPr>
        <p:spPr>
          <a:xfrm>
            <a:off x="3703320" y="26243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Owner Assignment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89520" y="26243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703320" y="2880360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„Wer hat das tiefste Verständnis für diese Wissensdomäne? Wer sollte für Datenqualität verantwortlich sein?“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474720" y="3419856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74720" y="3419856"/>
            <a:ext cx="54864" cy="7772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5" name="Text 22"/>
          <p:cNvSpPr/>
          <p:nvPr/>
        </p:nvSpPr>
        <p:spPr>
          <a:xfrm>
            <a:off x="3703320" y="35112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Identification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589520" y="3511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703320" y="3767328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„Wann wird ein Lead zum Kunden? Wo liegt die Grenze zwischen Order und Contract?“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474720" y="4306824"/>
            <a:ext cx="53035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474720" y="4306824"/>
            <a:ext cx="54864" cy="7772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0" name="Text 27"/>
          <p:cNvSpPr/>
          <p:nvPr/>
        </p:nvSpPr>
        <p:spPr>
          <a:xfrm>
            <a:off x="3703320" y="43982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Relations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589520" y="43982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703320" y="4654296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„Welche Entitäten werden am häufigsten domänenübergreifend referenziert?“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108960" cy="5088636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Attributes &amp; Data Governance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Teilnehmer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KMA, alle Knowledge Owner, relevante Team Leads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Ganzer Tag (aufgeteilt in 2 Halbtage möglich)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4320" y="3931920"/>
            <a:ext cx="2560320" cy="914400"/>
          </a:xfrm>
          <a:prstGeom prst="rect">
            <a:avLst/>
          </a:prstGeom>
          <a:solidFill>
            <a:srgbClr val="1A3A4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 Attribut-Definitionen mit Validierung, Retention und Archivierung für alle Entitäten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474720" y="320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74720" y="594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Schlüsselattribute für alle Business Entities definieren: Validierungsregeln, Aufbewahrungsfristen und Archivierungsrichtlinien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0" y="1280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Agenda-Blöcke &amp; Leitfragen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1645920"/>
            <a:ext cx="5303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1645920"/>
            <a:ext cx="54864" cy="10058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15" name="Text 12"/>
          <p:cNvSpPr/>
          <p:nvPr/>
        </p:nvSpPr>
        <p:spPr>
          <a:xfrm>
            <a:off x="3703320" y="1737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89520" y="1737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03320" y="199339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„Fokus auf governance-relevante Attribute oder jedes Feld in jedem System?“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474720" y="2761488"/>
            <a:ext cx="5303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0" y="2761488"/>
            <a:ext cx="54864" cy="10058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0" name="Text 17"/>
          <p:cNvSpPr/>
          <p:nvPr/>
        </p:nvSpPr>
        <p:spPr>
          <a:xfrm>
            <a:off x="3703320" y="2852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Attribut-Workshop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89520" y="2852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703320" y="310896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„Wo wird dieses Attribut zuerst erstellt? Wird es manuell in ein anderes System übertragen?“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474720" y="3877056"/>
            <a:ext cx="5303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74720" y="3877056"/>
            <a:ext cx="54864" cy="10058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5" name="Text 22"/>
          <p:cNvSpPr/>
          <p:nvPr/>
        </p:nvSpPr>
        <p:spPr>
          <a:xfrm>
            <a:off x="3703320" y="39684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Criteria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589520" y="39684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703320" y="422452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„Welche 2–3 Attribute sind am kritischsten? Was bricht, wenn sie falsch sind?“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108960" cy="5088636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4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Landscape &amp; Classification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Teilnehmer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KMA, IT Manager, alle Application Owner, relevante Team Leads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Halber Tag (3–4 Stunden)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4320" y="3931920"/>
            <a:ext cx="2560320" cy="914400"/>
          </a:xfrm>
          <a:prstGeom prst="rect">
            <a:avLst/>
          </a:prstGeom>
          <a:solidFill>
            <a:srgbClr val="1A3A4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 App-Landschaft mit TIMEK-Klassifizierung und Value-Chain-Mapping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474720" y="320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74720" y="594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~25 Applikationen erfassen, Application Owner zuweisen, strategisch klassifizieren (TIMEK) und mit Value Chain verknüpfen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0" y="1280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Agenda-Blöcke &amp; Leitfragen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1645920"/>
            <a:ext cx="5303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1645920"/>
            <a:ext cx="54864" cy="10058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15" name="Text 12"/>
          <p:cNvSpPr/>
          <p:nvPr/>
        </p:nvSpPr>
        <p:spPr>
          <a:xfrm>
            <a:off x="3703320" y="1737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Completion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89520" y="1737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03320" y="199339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„Gibt es Shadow-IT, freie Tools oder Spreadsheets, die als Systeme genutzt werden?“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474720" y="2761488"/>
            <a:ext cx="5303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0" y="2761488"/>
            <a:ext cx="54864" cy="10058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0" name="Text 17"/>
          <p:cNvSpPr/>
          <p:nvPr/>
        </p:nvSpPr>
        <p:spPr>
          <a:xfrm>
            <a:off x="3703320" y="2852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Classification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89520" y="2852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703320" y="310896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„Invest, Keep, Tolerate, Migrate oder Eliminate — und warum?“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474720" y="3877056"/>
            <a:ext cx="5303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74720" y="3877056"/>
            <a:ext cx="54864" cy="10058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5" name="Text 22"/>
          <p:cNvSpPr/>
          <p:nvPr/>
        </p:nvSpPr>
        <p:spPr>
          <a:xfrm>
            <a:off x="3703320" y="39684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Chain Mapping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589520" y="39684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703320" y="422452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„Welche Applikationen tauchen in den meisten Stages auf? Das sind die Backbone-Systeme.“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108960" cy="5088636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5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Mapping &amp; Quality Assessment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Teilnehmer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KMA, IT Manager, alle Application Owner, relevante Team Leads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Halber Tag (3–4 Stunden)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4320" y="3931920"/>
            <a:ext cx="2560320" cy="914400"/>
          </a:xfrm>
          <a:prstGeom prst="rect">
            <a:avLst/>
          </a:prstGeom>
          <a:solidFill>
            <a:srgbClr val="1A3A4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 Integrationskarte mit Maturity, Reliability und priorisierter Risiko-Liste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474720" y="320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74720" y="594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Integrationen zwischen Applikationen erfassen, Reife und Zuverlässigkeit bewerten, Qualitätsrisiken identifizieren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0" y="1280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Agenda-Blöcke &amp; Leitfragen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1645920"/>
            <a:ext cx="5303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1645920"/>
            <a:ext cx="54864" cy="10058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15" name="Text 12"/>
          <p:cNvSpPr/>
          <p:nvPr/>
        </p:nvSpPr>
        <p:spPr>
          <a:xfrm>
            <a:off x="3703320" y="1737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Inventory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89520" y="1737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03320" y="199339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„Gibt es Datenflüsse per E-Mail oder Chat? Das sind „unsichtbare Integrationen“.“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474720" y="2761488"/>
            <a:ext cx="5303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0" y="2761488"/>
            <a:ext cx="54864" cy="10058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0" name="Text 17"/>
          <p:cNvSpPr/>
          <p:nvPr/>
        </p:nvSpPr>
        <p:spPr>
          <a:xfrm>
            <a:off x="3703320" y="2852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Assessment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89520" y="2852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703320" y="310896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„Vollautomatisiert, semi-automatisiert, manuell mit Template oder ad-hoc?“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474720" y="3877056"/>
            <a:ext cx="5303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74720" y="3877056"/>
            <a:ext cx="54864" cy="10058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5" name="Text 22"/>
          <p:cNvSpPr/>
          <p:nvPr/>
        </p:nvSpPr>
        <p:spPr>
          <a:xfrm>
            <a:off x="3703320" y="39684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&amp; Risk Mapping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589520" y="39684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703320" y="422452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„Welche Entitäten werden manuell in mehrere Systeme eingegeben? Das sind die höchsten Risiken.“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3108960" cy="5088636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6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Validation &amp; Architecture Review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Teilnehmer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KMA, Management, alle Team Leads, alle Knowledge &amp; Application Owner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Dauer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Halber Tag (3–4 Stunden)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74320" y="3931920"/>
            <a:ext cx="2560320" cy="914400"/>
          </a:xfrm>
          <a:prstGeom prst="rect">
            <a:avLst/>
          </a:prstGeom>
          <a:solidFill>
            <a:srgbClr val="1A3A4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3977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
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Validierte RACI-Matrix, priorisierte Risiken und vereinbarter Governance-Prozess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474720" y="320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74720" y="594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RACI-Zuweisungen im Service Blueprint validieren, Gesamtarchitektur überprüfen, Governance-Prozess vereinbaren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0" y="1280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B7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Agenda-Blöcke &amp; Leitfragen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1645920"/>
            <a:ext cx="5303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1645920"/>
            <a:ext cx="54864" cy="10058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15" name="Text 12"/>
          <p:cNvSpPr/>
          <p:nvPr/>
        </p:nvSpPr>
        <p:spPr>
          <a:xfrm>
            <a:off x="3703320" y="1737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Walk-Through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89520" y="1737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03320" y="199339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„Ist der Accountable korrekt? Gibt es Aktionen, bei denen heute niemand wirklich verantwortlich ist?“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474720" y="2761488"/>
            <a:ext cx="5303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74720" y="2761488"/>
            <a:ext cx="54864" cy="10058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0" name="Text 17"/>
          <p:cNvSpPr/>
          <p:nvPr/>
        </p:nvSpPr>
        <p:spPr>
          <a:xfrm>
            <a:off x="3703320" y="2852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Review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89520" y="2852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703320" y="310896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„Wo sind die kritischen Risiken? Welche sollten in den nächsten 3 Monaten adressiert werden?“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474720" y="3877056"/>
            <a:ext cx="53035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74720" y="3877056"/>
            <a:ext cx="54864" cy="100584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5" name="Text 22"/>
          <p:cNvSpPr/>
          <p:nvPr/>
        </p:nvSpPr>
        <p:spPr>
          <a:xfrm>
            <a:off x="3703320" y="39684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Maintenance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589520" y="39684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703320" y="422452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A63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Leitfrage: </a:t>
            </a:r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„Wie oft soll die Architektur überprüft werden? Wer hält die Daten aktuell?“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Asynchrone Surveys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 den Workshops: Detaildaten von Application Ownern, Knowledge Ownern und Team Leads erheben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55448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Verteilt nach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Ergebnisse für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Zielgruppe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Dauer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74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&amp; Role Survey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Owner Survey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Entity Detail Survey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45–60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Owner Survey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147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Detail Survey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0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 min/Int.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solidFill>
            <a:srgbClr val="FDF3D0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3657600"/>
            <a:ext cx="54864" cy="91440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37490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für hohe Rücklaufquoten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5 Arbeitstage Zeit geben. Erinnerung 2 Tage vor Deadline. Klarmachen: unvollständige Antworten sind besser als keine. Für die detaillierten Surveys (Entity Detail, Integration) optionale 15-Minuten Office Hours anbieten.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Wochen vom Kickoff bis zur validierten Architektur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63040" y="12801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21408" y="12801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79776" y="12801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38144" y="12801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96512" y="12801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0" y="12801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13248" y="12801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71616" y="12801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729984" y="12801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88352" y="12801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46720" y="12801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2880" y="1554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463040" y="1591056"/>
            <a:ext cx="658368" cy="182880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463040" y="1865376"/>
            <a:ext cx="1316736" cy="18288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79776" y="2139696"/>
            <a:ext cx="658368" cy="182880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2+3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79776" y="2414016"/>
            <a:ext cx="1316736" cy="18288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2651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3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096512" y="2688336"/>
            <a:ext cx="658368" cy="182880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96512" y="2962656"/>
            <a:ext cx="1316736" cy="18288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13248" y="3236976"/>
            <a:ext cx="658368" cy="182880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5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13248" y="3511296"/>
            <a:ext cx="1316736" cy="182880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729984" y="3785616"/>
            <a:ext cx="658368" cy="182880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34" name="Shape 32"/>
          <p:cNvSpPr/>
          <p:nvPr/>
        </p:nvSpPr>
        <p:spPr>
          <a:xfrm>
            <a:off x="7388352" y="4059936"/>
            <a:ext cx="658368" cy="18288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Text 33"/>
          <p:cNvSpPr/>
          <p:nvPr/>
        </p:nvSpPr>
        <p:spPr>
          <a:xfrm>
            <a:off x="182880" y="4297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4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6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046720" y="4334256"/>
            <a:ext cx="658368" cy="182880"/>
          </a:xfrm>
          <a:prstGeom prst="rect">
            <a:avLst/>
          </a:prstGeom>
          <a:solidFill>
            <a:srgbClr val="A63634"/>
          </a:solidFill>
          <a:ln/>
        </p:spPr>
      </p:sp>
      <p:sp>
        <p:nvSpPr>
          <p:cNvPr id="37" name="Shape 35"/>
          <p:cNvSpPr/>
          <p:nvPr/>
        </p:nvSpPr>
        <p:spPr>
          <a:xfrm>
            <a:off x="1463040" y="4434840"/>
            <a:ext cx="274320" cy="146304"/>
          </a:xfrm>
          <a:prstGeom prst="rect">
            <a:avLst/>
          </a:prstGeom>
          <a:solidFill>
            <a:srgbClr val="21474D"/>
          </a:solidFill>
          <a:ln/>
        </p:spPr>
      </p:sp>
      <p:sp>
        <p:nvSpPr>
          <p:cNvPr id="38" name="Text 36"/>
          <p:cNvSpPr/>
          <p:nvPr/>
        </p:nvSpPr>
        <p:spPr>
          <a:xfrm>
            <a:off x="1783080" y="44165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926080" y="4434840"/>
            <a:ext cx="274320" cy="146304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40" name="Text 38"/>
          <p:cNvSpPr/>
          <p:nvPr/>
        </p:nvSpPr>
        <p:spPr>
          <a:xfrm>
            <a:off x="3246120" y="44165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Survey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0" y="4434840"/>
            <a:ext cx="274320" cy="146304"/>
          </a:xfrm>
          <a:prstGeom prst="rect">
            <a:avLst/>
          </a:prstGeom>
          <a:solidFill>
            <a:srgbClr val="A63634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44165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4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B70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Kickoff-Termin für Workshop 1 festlegen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Leads informieren und Vorbereitung kommunizieren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Draft-Value-Chain als Diskussionsgrundlage vorbereiten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Technisches Tool parallel aufbauen (statische React-App)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A4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709160"/>
            <a:ext cx="7680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Vitale Arbeitskultur — Knowledge Management Architecture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Management Architecture — Workshop Process</dc:title>
  <dc:subject>PptxGenJS Presentation</dc:subject>
  <dc:creator>Vitale Arbeitskultur</dc:creator>
  <cp:lastModifiedBy>Vitale Arbeitskultur</cp:lastModifiedBy>
  <cp:revision>1</cp:revision>
  <dcterms:created xsi:type="dcterms:W3CDTF">2026-02-13T11:05:09Z</dcterms:created>
  <dcterms:modified xsi:type="dcterms:W3CDTF">2026-02-13T11:05:09Z</dcterms:modified>
</cp:coreProperties>
</file>